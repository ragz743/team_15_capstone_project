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ighteous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ighteou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7765e012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7765e012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4b10a7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4b10a7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4b10a7f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4b10a7f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511dc0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511dc0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511dc0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511dc0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511dc0f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a511dc0f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4b10a7f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4b10a7f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Client Meeting 4/1/2026</a:t>
            </a:r>
            <a:r>
              <a:rPr lang="en"/>
              <a:t>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System Architecture Discussion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Problem Context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430"/>
              </a:buClr>
              <a:buSzPts val="1800"/>
              <a:buFont typeface="Arial"/>
              <a:buNone/>
            </a:pPr>
            <a:r>
              <a:rPr b="1" lang="en">
                <a:solidFill>
                  <a:srgbClr val="1E2430"/>
                </a:solidFill>
              </a:rPr>
              <a:t>Why this is harder than “chat with your docs”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700">
                <a:solidFill>
                  <a:srgbClr val="1E2430"/>
                </a:solidFill>
              </a:rPr>
              <a:t>AgWeatherNet answers depend on tables, timestamps, stations, units, and numeric ranges </a:t>
            </a:r>
            <a:endParaRPr sz="1700">
              <a:solidFill>
                <a:srgbClr val="1E2430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430"/>
              </a:buClr>
              <a:buSzPts val="1700"/>
              <a:buChar char="●"/>
            </a:pPr>
            <a:r>
              <a:rPr lang="en" sz="1700">
                <a:solidFill>
                  <a:srgbClr val="1E2430"/>
                </a:solidFill>
              </a:rPr>
              <a:t>Users will ask ambiguous questions like “What was the temperature last week?” without naming a station or exact date window.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430"/>
              </a:buClr>
              <a:buSzPts val="1700"/>
              <a:buChar char="●"/>
            </a:pPr>
            <a:r>
              <a:rPr lang="en" sz="1700">
                <a:solidFill>
                  <a:srgbClr val="1E2430"/>
                </a:solidFill>
              </a:rPr>
              <a:t>The system needs semantic understanding, but the final answer still has to come from validated database reads.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 High Level Architecture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Pipeline: User → Chat UI → LLM → Retrieval / Logic → Database → Response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Options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Store + Semantic Layer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LLM → 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LangGraph / Hybrid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Vector Store + Semantic Layer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main approach is to still use a vector store, but not for storing raw data. Instead, we use it to build a semantic layer over the database, like embedding schema information, column meanings, and relationships. This helps the LLM better understand user intent and map it to the correct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→ SQL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Another approach is directly generating SQL from natural language but it can be less reliable since the model could generate incorrect information or </a:t>
            </a:r>
            <a:r>
              <a:rPr lang="en"/>
              <a:t>inefficient</a:t>
            </a:r>
            <a:r>
              <a:rPr lang="en"/>
              <a:t> queries without additional context or constraints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LangGraph / Hybrid Pipeline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Questions for Client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